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5F8FC"/>
                </a:solidFill>
              </a:rPr>
              <a:t>📄 AI-Based Smart Document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AAB4C3"/>
                </a:solidFill>
              </a:rPr>
              <a:t>An AI/NLP-powered system for intelligent document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4069080"/>
            <a:ext cx="4572000" cy="91440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94760" y="4069080"/>
            <a:ext cx="64008" cy="9144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4251960"/>
            <a:ext cx="4160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Technology Stack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Python • Streamlit • NLP • Scikit-learn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3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1. 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257800" cy="411480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64008" cy="41148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Problem Statement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Long documents are difficult and time-consuming to review manually. Users need a faster way to extract useful information from different document formats.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57800" cy="411480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64008" cy="4114800"/>
          </a:xfrm>
          <a:prstGeom prst="rect">
            <a:avLst/>
          </a:prstGeom>
          <a:solidFill>
            <a:srgbClr val="7D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39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Objectives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• Extract text from PDF, DOCX and TXT</a:t>
            </a:r>
            <a:br/>
            <a:r>
              <a:t>• Generate concise summaries</a:t>
            </a:r>
            <a:br/>
            <a:r>
              <a:t>• Identify important keywords</a:t>
            </a:r>
            <a:br/>
            <a:r>
              <a:t>• Highlight key points</a:t>
            </a:r>
            <a:br/>
            <a:r>
              <a:t>• Provide document statistics</a:t>
            </a:r>
            <a:br/>
            <a:r>
              <a:t>• Create a downloadable analysis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3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2. 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51460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64008" cy="173736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39"/>
            <a:ext cx="21031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📤 Document Upload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PDF, DOCX and TXT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08760"/>
            <a:ext cx="251460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508760"/>
            <a:ext cx="64008" cy="1737360"/>
          </a:xfrm>
          <a:prstGeom prst="rect">
            <a:avLst/>
          </a:prstGeom>
          <a:solidFill>
            <a:srgbClr val="7D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691639"/>
            <a:ext cx="21031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📖 Text Extraction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Read document 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251460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508760"/>
            <a:ext cx="64008" cy="1737360"/>
          </a:xfrm>
          <a:prstGeom prst="rect">
            <a:avLst/>
          </a:prstGeom>
          <a:solidFill>
            <a:srgbClr val="46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39"/>
            <a:ext cx="21031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📝 Summary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Generate a short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508760"/>
            <a:ext cx="251460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1508760"/>
            <a:ext cx="64008" cy="173736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39"/>
            <a:ext cx="21031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🔑 Keywords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Find important terms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11879"/>
            <a:ext cx="251460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611879"/>
            <a:ext cx="64008" cy="173736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94759"/>
            <a:ext cx="21031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📌 Important Points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Highlight key sentences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611879"/>
            <a:ext cx="251460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3611879"/>
            <a:ext cx="64008" cy="1737360"/>
          </a:xfrm>
          <a:prstGeom prst="rect">
            <a:avLst/>
          </a:prstGeom>
          <a:solidFill>
            <a:srgbClr val="7D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3794759"/>
            <a:ext cx="21031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📊 Statistics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Words, characters, sentences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611879"/>
            <a:ext cx="251460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3611879"/>
            <a:ext cx="64008" cy="1737360"/>
          </a:xfrm>
          <a:prstGeom prst="rect">
            <a:avLst/>
          </a:prstGeom>
          <a:solidFill>
            <a:srgbClr val="46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794759"/>
            <a:ext cx="21031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📥 Report Download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Save analysis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611879"/>
            <a:ext cx="251460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3611879"/>
            <a:ext cx="64008" cy="173736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3794759"/>
            <a:ext cx="21031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🎨 Web Dashboard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Simple Streamlit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3.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1965960" cy="214884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64008" cy="214884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1. Upload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Select document</a:t>
            </a:r>
          </a:p>
        </p:txBody>
      </p:sp>
      <p:sp>
        <p:nvSpPr>
          <p:cNvPr id="7" name="Chevron 6"/>
          <p:cNvSpPr/>
          <p:nvPr/>
        </p:nvSpPr>
        <p:spPr>
          <a:xfrm>
            <a:off x="2496312" y="2788920"/>
            <a:ext cx="292608" cy="411480"/>
          </a:xfrm>
          <a:prstGeom prst="chevron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39" y="2011680"/>
            <a:ext cx="1965960" cy="214884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39" y="2011680"/>
            <a:ext cx="64008" cy="2148840"/>
          </a:xfrm>
          <a:prstGeom prst="rect">
            <a:avLst/>
          </a:prstGeom>
          <a:solidFill>
            <a:srgbClr val="7D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19456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2. Extract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Read text</a:t>
            </a:r>
          </a:p>
        </p:txBody>
      </p:sp>
      <p:sp>
        <p:nvSpPr>
          <p:cNvPr id="11" name="Chevron 10"/>
          <p:cNvSpPr/>
          <p:nvPr/>
        </p:nvSpPr>
        <p:spPr>
          <a:xfrm>
            <a:off x="4828031" y="2788920"/>
            <a:ext cx="292608" cy="411480"/>
          </a:xfrm>
          <a:prstGeom prst="chevron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59" y="2011680"/>
            <a:ext cx="1965960" cy="214884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59" y="2011680"/>
            <a:ext cx="64008" cy="2148840"/>
          </a:xfrm>
          <a:prstGeom prst="rect">
            <a:avLst/>
          </a:prstGeom>
          <a:solidFill>
            <a:srgbClr val="46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219456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3. Preprocess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Clean text</a:t>
            </a:r>
          </a:p>
        </p:txBody>
      </p:sp>
      <p:sp>
        <p:nvSpPr>
          <p:cNvPr id="15" name="Chevron 14"/>
          <p:cNvSpPr/>
          <p:nvPr/>
        </p:nvSpPr>
        <p:spPr>
          <a:xfrm>
            <a:off x="7159752" y="2788920"/>
            <a:ext cx="292608" cy="411480"/>
          </a:xfrm>
          <a:prstGeom prst="chevron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2011680"/>
            <a:ext cx="1965960" cy="214884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2011680"/>
            <a:ext cx="64008" cy="214884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19456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4. Analyze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NLP / TF-IDF</a:t>
            </a:r>
          </a:p>
        </p:txBody>
      </p:sp>
      <p:sp>
        <p:nvSpPr>
          <p:cNvPr id="19" name="Chevron 18"/>
          <p:cNvSpPr/>
          <p:nvPr/>
        </p:nvSpPr>
        <p:spPr>
          <a:xfrm>
            <a:off x="9491472" y="2788920"/>
            <a:ext cx="292608" cy="411480"/>
          </a:xfrm>
          <a:prstGeom prst="chevron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29800" y="2011680"/>
            <a:ext cx="1965960" cy="214884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29800" y="2011680"/>
            <a:ext cx="64008" cy="2148840"/>
          </a:xfrm>
          <a:prstGeom prst="rect">
            <a:avLst/>
          </a:prstGeom>
          <a:solidFill>
            <a:srgbClr val="7D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19456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5. Output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Show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4. 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33756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64008" cy="173736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79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Python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Core programming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54480"/>
            <a:ext cx="333756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554480"/>
            <a:ext cx="64008" cy="1737360"/>
          </a:xfrm>
          <a:prstGeom prst="rect">
            <a:avLst/>
          </a:prstGeom>
          <a:solidFill>
            <a:srgbClr val="7D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37360"/>
            <a:ext cx="2926079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Streamlit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Web application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554480"/>
            <a:ext cx="333756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1554480"/>
            <a:ext cx="64008" cy="1737360"/>
          </a:xfrm>
          <a:prstGeom prst="rect">
            <a:avLst/>
          </a:prstGeom>
          <a:solidFill>
            <a:srgbClr val="46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37360"/>
            <a:ext cx="2926079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PyMuPDF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PDF text extraction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333756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64008" cy="173736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2926079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python-docx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DOCX text extraction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57600"/>
            <a:ext cx="333756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3657600"/>
            <a:ext cx="64008" cy="1737360"/>
          </a:xfrm>
          <a:prstGeom prst="rect">
            <a:avLst/>
          </a:prstGeom>
          <a:solidFill>
            <a:srgbClr val="7D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840480"/>
            <a:ext cx="2926079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Scikit-learn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TF-IDF keyword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657600"/>
            <a:ext cx="3337560" cy="17373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3657600"/>
            <a:ext cx="64008" cy="1737360"/>
          </a:xfrm>
          <a:prstGeom prst="rect">
            <a:avLst/>
          </a:prstGeom>
          <a:solidFill>
            <a:srgbClr val="46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840480"/>
            <a:ext cx="2926079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Regular Expressions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Text cleaning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5. Working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5F8FC"/>
                </a:solidFill>
              </a:defRPr>
            </a:pPr>
            <a:r>
              <a:t>• User uploads a PDF, DOCX or TXT document.</a:t>
            </a:r>
          </a:p>
          <a:p>
            <a:pPr>
              <a:spcAft>
                <a:spcPts val="1600"/>
              </a:spcAft>
              <a:defRPr sz="1700">
                <a:solidFill>
                  <a:srgbClr val="F5F8FC"/>
                </a:solidFill>
              </a:defRPr>
            </a:pPr>
            <a:r>
              <a:t>• The application extracts text according to the file format.</a:t>
            </a:r>
          </a:p>
          <a:p>
            <a:pPr>
              <a:spcAft>
                <a:spcPts val="1600"/>
              </a:spcAft>
              <a:defRPr sz="1700">
                <a:solidFill>
                  <a:srgbClr val="F5F8FC"/>
                </a:solidFill>
              </a:defRPr>
            </a:pPr>
            <a:r>
              <a:t>• The extracted text is cleaned and split into sentences.</a:t>
            </a:r>
          </a:p>
          <a:p>
            <a:pPr>
              <a:spcAft>
                <a:spcPts val="1600"/>
              </a:spcAft>
              <a:defRPr sz="1700">
                <a:solidFill>
                  <a:srgbClr val="F5F8FC"/>
                </a:solidFill>
              </a:defRPr>
            </a:pPr>
            <a:r>
              <a:t>• TF-IDF identifies important keywords and ranks useful sentences.</a:t>
            </a:r>
          </a:p>
          <a:p>
            <a:pPr>
              <a:spcAft>
                <a:spcPts val="1600"/>
              </a:spcAft>
              <a:defRPr sz="1700">
                <a:solidFill>
                  <a:srgbClr val="F5F8FC"/>
                </a:solidFill>
              </a:defRPr>
            </a:pPr>
            <a:r>
              <a:t>• The system generates summary, keywords, important points and statistics.</a:t>
            </a:r>
          </a:p>
          <a:p>
            <a:pPr>
              <a:spcAft>
                <a:spcPts val="1600"/>
              </a:spcAft>
              <a:defRPr sz="1700">
                <a:solidFill>
                  <a:srgbClr val="F5F8FC"/>
                </a:solidFill>
              </a:defRPr>
            </a:pPr>
            <a:r>
              <a:t>• The user can view the results and download an analysis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3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6. User Interface &amp;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429000" cy="15087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64008" cy="150876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📤 Upload Document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Select PDF, DOCX or TXT.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29000" cy="15087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64008" cy="1508760"/>
          </a:xfrm>
          <a:prstGeom prst="rect">
            <a:avLst/>
          </a:prstGeom>
          <a:solidFill>
            <a:srgbClr val="7D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📊 Statistics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Words, characters, sentences and file type.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63040"/>
            <a:ext cx="3429000" cy="15087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463040"/>
            <a:ext cx="64008" cy="1508760"/>
          </a:xfrm>
          <a:prstGeom prst="rect">
            <a:avLst/>
          </a:prstGeom>
          <a:solidFill>
            <a:srgbClr val="46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🤖 AI Analysis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Summary, keywords and important 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657600"/>
            <a:ext cx="3429000" cy="15087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3657600"/>
            <a:ext cx="64008" cy="150876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3840480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📖 Full Text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View extracted document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57600"/>
            <a:ext cx="3429000" cy="150876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657600"/>
            <a:ext cx="64008" cy="1508760"/>
          </a:xfrm>
          <a:prstGeom prst="rect">
            <a:avLst/>
          </a:prstGeom>
          <a:solidFill>
            <a:srgbClr val="7D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80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📥 Download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Export the complete analysis report.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3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7. Advantages &amp;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5F8FC"/>
                </a:solidFill>
              </a:defRPr>
            </a:pPr>
            <a:r>
              <a:t>• Saves time when reviewing lengthy documents.</a:t>
            </a:r>
          </a:p>
          <a:p>
            <a:pPr>
              <a:spcAft>
                <a:spcPts val="1600"/>
              </a:spcAft>
              <a:defRPr sz="1800">
                <a:solidFill>
                  <a:srgbClr val="F5F8FC"/>
                </a:solidFill>
              </a:defRPr>
            </a:pPr>
            <a:r>
              <a:t>• Provides quick access to important information.</a:t>
            </a:r>
          </a:p>
          <a:p>
            <a:pPr>
              <a:spcAft>
                <a:spcPts val="1600"/>
              </a:spcAft>
              <a:defRPr sz="1800">
                <a:solidFill>
                  <a:srgbClr val="F5F8FC"/>
                </a:solidFill>
              </a:defRPr>
            </a:pPr>
            <a:r>
              <a:t>• Useful for students, researchers and professionals.</a:t>
            </a:r>
          </a:p>
          <a:p>
            <a:pPr>
              <a:spcAft>
                <a:spcPts val="1600"/>
              </a:spcAft>
              <a:defRPr sz="1800">
                <a:solidFill>
                  <a:srgbClr val="F5F8FC"/>
                </a:solidFill>
              </a:defRPr>
            </a:pPr>
            <a:r>
              <a:t>• Can analyze academic papers, resumes, reports and project documents.</a:t>
            </a:r>
          </a:p>
          <a:p>
            <a:pPr>
              <a:spcAft>
                <a:spcPts val="1600"/>
              </a:spcAft>
              <a:defRPr sz="1800">
                <a:solidFill>
                  <a:srgbClr val="F5F8FC"/>
                </a:solidFill>
              </a:defRPr>
            </a:pPr>
            <a:r>
              <a:t>• Simple interface makes the system easy to use.</a:t>
            </a:r>
          </a:p>
          <a:p>
            <a:pPr>
              <a:spcAft>
                <a:spcPts val="1600"/>
              </a:spcAft>
              <a:defRPr sz="1800">
                <a:solidFill>
                  <a:srgbClr val="F5F8FC"/>
                </a:solidFill>
              </a:defRPr>
            </a:pPr>
            <a:r>
              <a:t>• Can serve as a foundation for advanced AI document assistants.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3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8.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166360" cy="160020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64008" cy="16002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💬 Chat with Document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Ask questions and get answers based on uploaded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66360" cy="160020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64008" cy="1600200"/>
          </a:xfrm>
          <a:prstGeom prst="rect">
            <a:avLst/>
          </a:prstGeom>
          <a:solidFill>
            <a:srgbClr val="7D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🗂️ Document Classification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Automatically classify resumes, reports, academic papers, etc.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5166360" cy="160020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64008" cy="1600200"/>
          </a:xfrm>
          <a:prstGeom prst="rect">
            <a:avLst/>
          </a:prstGeom>
          <a:solidFill>
            <a:srgbClr val="46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🧠 LLM Integration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Use advanced language models for better summaries and Q&amp;A.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166360" cy="1600200"/>
          </a:xfrm>
          <a:prstGeom prst="roundRect">
            <a:avLst/>
          </a:prstGeom>
          <a:solidFill>
            <a:srgbClr val="151B29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64008" cy="16002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404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8FC"/>
                </a:solidFill>
              </a:rPr>
              <a:t>🔐 User Accounts</a:t>
            </a:r>
          </a:p>
          <a:p>
            <a:pPr>
              <a:spcBef>
                <a:spcPts val="800"/>
              </a:spcBef>
              <a:defRPr sz="1300">
                <a:solidFill>
                  <a:srgbClr val="AAB4C3"/>
                </a:solidFill>
              </a:defRPr>
            </a:pPr>
            <a:r>
              <a:t>Add login, history and secure document management.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3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5F8FC"/>
                </a:solidFill>
              </a:rP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5F8FC"/>
                </a:solidFill>
              </a:defRPr>
            </a:pPr>
            <a:r>
              <a:t>• The AI-Based Smart Document Analyzer simplifies document understanding.</a:t>
            </a:r>
          </a:p>
          <a:p>
            <a:pPr>
              <a:spcAft>
                <a:spcPts val="1600"/>
              </a:spcAft>
              <a:defRPr sz="2000">
                <a:solidFill>
                  <a:srgbClr val="F5F8FC"/>
                </a:solidFill>
              </a:defRPr>
            </a:pPr>
            <a:r>
              <a:t>• It combines document processing, NLP and machine learning techniques.</a:t>
            </a:r>
          </a:p>
          <a:p>
            <a:pPr>
              <a:spcAft>
                <a:spcPts val="1600"/>
              </a:spcAft>
              <a:defRPr sz="2000">
                <a:solidFill>
                  <a:srgbClr val="F5F8FC"/>
                </a:solidFill>
              </a:defRPr>
            </a:pPr>
            <a:r>
              <a:t>• It automatically extracts and presents useful information.</a:t>
            </a:r>
          </a:p>
          <a:p>
            <a:pPr>
              <a:spcAft>
                <a:spcPts val="1600"/>
              </a:spcAft>
              <a:defRPr sz="2000">
                <a:solidFill>
                  <a:srgbClr val="F5F8FC"/>
                </a:solidFill>
              </a:defRPr>
            </a:pPr>
            <a:r>
              <a:t>• The Streamlit interface provides a simple and user-friendly experience.</a:t>
            </a:r>
          </a:p>
          <a:p>
            <a:pPr>
              <a:spcAft>
                <a:spcPts val="1600"/>
              </a:spcAft>
              <a:defRPr sz="2000">
                <a:solidFill>
                  <a:srgbClr val="F5F8FC"/>
                </a:solidFill>
              </a:defRPr>
            </a:pPr>
            <a:r>
              <a:t>• The project can be extended into a complete AI document assistant.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516636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DC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4C3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